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44E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JMD ADVERTISEMENT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JMD Advertisement - Selected Hoardings (2 items)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on 7/29/2025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4E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71600" y="1828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Hoardings Selected: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0" y="1828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4E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24688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Cities Covered: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0" y="2468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4E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3108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Types: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31089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4E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3749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Daily Investment: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3749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4E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₹1,05,799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43891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Monthly Investment: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4389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4E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₹10,05,585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Hoarding 1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4E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Unipole at patna metro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Available Online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5488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Code: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0" y="1828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4E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JMD0000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0" y="2194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4E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Billboard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0" y="2560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4E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Patna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2926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0" y="2926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4E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45x50 sqft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Lighting: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3291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4E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 front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Price/Day: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36576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4E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₹99,999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4023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Price/Month: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4023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4E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₹9,85,585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5029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Hoarding 2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4E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Available Online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5488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Code: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0" y="1828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4E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JMD0199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0" y="2194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4E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Mall Media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0" y="2560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4E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rajasthan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2926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0" y="2926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4E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45x50 sqft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Lighting: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3291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4E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 front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Price/Day: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36576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4E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₹5,800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4023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Price/Month: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4023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4E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₹20,000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5029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44E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more information, contact JMD Advertisement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Harhargutu, Jamshedpur, Jharkhand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4206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Contact: +91-XXXXXXXXXX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✉️ Email: info@jmdadvertisement.com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4937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Website: https://jmdadvertisement.com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Thinking of Branding? Think JMD!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JMD Advertisement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JMD Advertisement - Selected Hoardings (2 items)</dc:title>
  <dc:subject>Outdoor Advertising Hoardings</dc:subject>
  <dc:creator>JMD Advertisement</dc:creator>
  <cp:lastModifiedBy>JMD Advertisement</cp:lastModifiedBy>
  <cp:revision>1</cp:revision>
  <dcterms:created xsi:type="dcterms:W3CDTF">2025-07-29T12:43:15Z</dcterms:created>
  <dcterms:modified xsi:type="dcterms:W3CDTF">2025-07-29T12:43:15Z</dcterms:modified>
</cp:coreProperties>
</file>